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29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1992" y="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Inheritance-in-java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1668"/>
            <a:ext cx="9144000" cy="63569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Inheritance-in-java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Inheritance-in-java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Inheritance-in-java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188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Inheritance-in-java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Inheritance-in-java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Inheritance-in-java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Inheritance-in-java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Inheritance-in-java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Inheritance-in-java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Inheritance-in-java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Inheritance-in-java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Inheritance-in-java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Kruti Jani</cp:lastModifiedBy>
  <cp:revision>7</cp:revision>
  <dcterms:created xsi:type="dcterms:W3CDTF">2013-01-27T09:14:16Z</dcterms:created>
  <dcterms:modified xsi:type="dcterms:W3CDTF">2025-07-24T05:01:46Z</dcterms:modified>
  <cp:category/>
</cp:coreProperties>
</file>